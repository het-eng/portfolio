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Phishing, Passwords, and Scams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Protecting personal data, devices, and accounts from misuse or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emails/messages that try to steal personal information like passwords or bank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Identify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sender, avoid unknown links, watch for urgency, verify from official 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Passwords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long, unique passwords with symbols, avoid reuse, consider password manager.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Scams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calls, lottery scams, online shopping fraud, and requests for money.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Stay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not share personal info, verify links, use 2FA, keep software updated.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Family member learned about phishing and password safety. Now more aware of online risks.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